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B3A6B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914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alibri"/>
              </a:rP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Problem Statement ID – PS26034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Problem Statement Title – AI-Assisted Legal Metrology Label Compliance Inspection System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Theme – Software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PS Category – Software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Team ID – [TEAM ID]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libri"/>
              </a:rPr>
              <a:t>•  Team Name – [TEAM NAME] (Registered on portal)</a:t>
            </a:r>
          </a:p>
        </p:txBody>
      </p:sp>
      <p:sp>
        <p:nvSpPr>
          <p:cNvPr id="5" name="Hexagon 4"/>
          <p:cNvSpPr/>
          <p:nvPr/>
        </p:nvSpPr>
        <p:spPr>
          <a:xfrm rot="900000">
            <a:off x="6858000" y="1371600"/>
            <a:ext cx="4572000" cy="4572000"/>
          </a:xfrm>
          <a:prstGeom prst="hexagon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 rot="1800000">
            <a:off x="7772400" y="2286000"/>
            <a:ext cx="3200400" cy="3200400"/>
          </a:xfrm>
          <a:prstGeom prst="hexagon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21000000">
            <a:off x="6400800" y="2743200"/>
            <a:ext cx="1828800" cy="1828800"/>
          </a:xfrm>
          <a:prstGeom prst="hexagon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28800"/>
            <a:ext cx="3200400" cy="320040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34747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3A6B"/>
                </a:solidFill>
                <a:latin typeface="Calibri"/>
              </a:rPr>
              <a:t>SIH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457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B3A6B"/>
                </a:solidFill>
                <a:latin typeface="Calibri"/>
              </a:rPr>
              <a:t>SMART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320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7AE60"/>
                </a:solidFill>
                <a:latin typeface="Calibri"/>
              </a:rPr>
              <a:t>HACKATHON 2026</a:t>
            </a:r>
          </a:p>
        </p:txBody>
      </p:sp>
      <p:sp>
        <p:nvSpPr>
          <p:cNvPr id="12" name="Oval 11"/>
          <p:cNvSpPr/>
          <p:nvPr/>
        </p:nvSpPr>
        <p:spPr>
          <a:xfrm>
            <a:off x="11064240" y="658368"/>
            <a:ext cx="457200" cy="2743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37160"/>
            <a:ext cx="1188720" cy="777240"/>
          </a:xfrm>
          <a:prstGeom prst="ellipse">
            <a:avLst/>
          </a:prstGeom>
          <a:noFill/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Your
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B3A6B"/>
                </a:solidFill>
                <a:latin typeface="Calibri"/>
              </a:rPr>
              <a:t>SMART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7AE60"/>
                </a:solidFill>
                <a:latin typeface="Calibri"/>
              </a:rP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11064240" y="658368"/>
            <a:ext cx="457200" cy="2743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Calibri"/>
              </a:rPr>
              <a:t>METROLOGYAI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u="sng">
                <a:solidFill>
                  <a:srgbClr val="003E7E"/>
                </a:solidFill>
                <a:latin typeface="Calibri"/>
              </a:rPr>
              <a:t>Proposed Solution — AI-Assisted Legal Metrology Compliance Inspection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MetrologyAI is a software system that assists inspectors in checking packaged commodity labels under the Legal Metrology (Packaged Commodities) Rules, 2011.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The system uses product images, OCR, computer vision and a configurable compliance rule engine to automate label analysis.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AI assists with: image analysis, text extraction, declaration identification, compliance validation, evidence generation, risk prioritization, cross-source comparison, inspection recommendations and digital reporting.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The inspector remains responsible for the final verification and decision — the system does not replace the authorized inspector.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Unique capabilities: Multi-View Intelligence (front, back, side, top, bottom), Missing ≠ Unreadable distinction, Adaptive Re-Capture, Evidence Chain linking, Cross-Source Verification and Human-in-the-Loop revalidation.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37160"/>
            <a:ext cx="1188720" cy="777240"/>
          </a:xfrm>
          <a:prstGeom prst="ellipse">
            <a:avLst/>
          </a:prstGeom>
          <a:noFill/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Your
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B3A6B"/>
                </a:solidFill>
                <a:latin typeface="Calibri"/>
              </a:rPr>
              <a:t>SMART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7AE60"/>
                </a:solidFill>
                <a:latin typeface="Calibri"/>
              </a:rP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11064240" y="658368"/>
            <a:ext cx="457200" cy="2743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Calibri"/>
              </a:rP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Technologies used: React, TypeScript, Vite, Tailwind CSS (Frontend) • Convex Serverless Backend &amp; Database • Gemini AI Vision + OCR (AI/ML) • Recharts (Analytics)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Methodology: Multi-view product image capture → Image quality analysis (blur, glare, visibility) → OCR + AI vision text extraction → Structured declaration extraction (MRP, manufacturer, net quantity, consumer care, country of origin) → Compliance rule validation → Evidence engine linking findings to source → Risk prioritization → Inspector review → Digital report generation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Implementation flow: Dashboard → New Inspection → Upload product images (multi-view) → AI analysis → Compliance results with evidence chains → Inspector corrections → Smart revalidation → Export report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Architecture: Modular design separating AI extraction from regulatory rules, enabling independent updates to vision models and compliance rule sets without system-wide changes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Deployment: Web-based application supporting desktop, tablet and mobile workflows for field inspection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37160"/>
            <a:ext cx="1188720" cy="777240"/>
          </a:xfrm>
          <a:prstGeom prst="ellipse">
            <a:avLst/>
          </a:prstGeom>
          <a:noFill/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Your
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B3A6B"/>
                </a:solidFill>
                <a:latin typeface="Calibri"/>
              </a:rPr>
              <a:t>SMART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7AE60"/>
                </a:solidFill>
                <a:latin typeface="Calibri"/>
              </a:rP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11064240" y="658368"/>
            <a:ext cx="457200" cy="2743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Technology Feasibility: OCR, computer vision and AI vision models (Gemini) are technically mature and applicable to label inspection tasks with documented accuracy in scene-text recognition.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Data Feasibility: Product-label images and structured declaration fields (MRP, manufacturer, net quantity) can be systematically collected for development, testing and continuous improvement.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Architecture Feasibility: AI extraction and regulatory compliance rules are separated into modular components, allowing independent updates to vision models and rule definitions.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Deployment Feasibility: A web-based system (React + Convex) supports desktop, tablet and mobile workflows required for field inspection scenarios.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Scalability: New product categories, declaration types and rule sets can be added through configurable definitions without code changes to the core system.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Challenges and Mitigations: AI misreading text → Confidence scoring + evidence + inspector correction • Blurry images → Image-quality detection + adaptive recapture • Declarations on other sides → Multi-view package analysis • Online information differs → Cross-source comparison • Regulations change → Version-controlled rule engine • False AI findings → Human-in-the-loop 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37160"/>
            <a:ext cx="1188720" cy="777240"/>
          </a:xfrm>
          <a:prstGeom prst="ellipse">
            <a:avLst/>
          </a:prstGeom>
          <a:noFill/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Your
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B3A6B"/>
                </a:solidFill>
                <a:latin typeface="Calibri"/>
              </a:rPr>
              <a:t>SMART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7AE60"/>
                </a:solidFill>
                <a:latin typeface="Calibri"/>
              </a:rP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11064240" y="658368"/>
            <a:ext cx="457200" cy="2743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Calibri"/>
              </a:rP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Potential Impact on Target Audience: Faster inspection through automated label-reading and initial validation; consistent checking via systematic rule-based validation; better evidence through image-linked findings; reduced false positives by distinguishing missing from unreadable declarations; improved decision support with recommended next actions for inspectors.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Inspector and Operational Benefits: AI-assisted extraction reduces repetitive manual work; evidence-based findings provide traceable inspection records; risk prioritization focuses inspector attention on high-priority violations; digital reports replace manual documentation; human-in-the-loop ensures inspector retains final authority.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Economic and Strategic Benefits: Reduced manual effort in repetitive label verification; scalable workflow supporting larger inspection volumes; structured digital documentation for audit and compliance records; data-driven monitoring enabling analysis of recurring findings across inspections; future expansion to additional product categories and rule sets.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Social Benefits: Improved consumer protection through more consistent compliance checking; enhanced transparency in inspection processes; support for Legal Metrology enforcement at scale; digital transformation of government inspection workflows.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37160"/>
            <a:ext cx="1188720" cy="777240"/>
          </a:xfrm>
          <a:prstGeom prst="ellipse">
            <a:avLst/>
          </a:prstGeom>
          <a:noFill/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Your
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B3A6B"/>
                </a:solidFill>
                <a:latin typeface="Calibri"/>
              </a:rPr>
              <a:t>SMART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7AE60"/>
                </a:solidFill>
                <a:latin typeface="Calibri"/>
              </a:rP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11064240" y="658368"/>
            <a:ext cx="457200" cy="2743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Calibri"/>
              </a:rP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Legal and Regulatory References: Legal Metrology Act, 2009 • Legal Metrology (Packaged Commodities) Rules, 2011 • Department of Consumer Affairs — Legal Metrology Division • Relevant official notifications and amendments under the Legal Metrology framework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Research Areas: Computer Vision and OCR for scene-text recognition in natural environments • Multimodal AI for combined image and text understanding • Explainable AI for confidence scoring and evidence-based decision support • Human-AI Interaction for verified inspection workflows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Technology References: React (UI library) • TypeScript (type-safe development) • Convex (serverless backend and database) • Tailwind CSS (styling) • Gemini AI Vision (image analysis and OCR) • Vite (build tool) • Recharts (analytics visualization)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References: [ADD VERIFIED REFERENCE — Legal Metrology Act, 2009] • [ADD VERIFIED REFERENCE — Legal Metrology (Packaged Commodities) Rules, 2011] • [ADD VERIFIED REFERENCE — Department of Consumer Affairs, Government of India] • [ADD VERIFIED REFERENCE — Relevant court judgments or regulatory orders]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