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400" b="1"/>
              <a:t>Problem Statement ID – PS26034</a:t>
            </a:r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sz="2400" b="1"/>
              <a:t>Problem Statement Title – AI-Assisted Legal Metrology Label Compliance Inspection System</a:t>
            </a:r>
          </a:p>
          <a:p>
            <a:r>
              <a:rPr sz="2400" b="1"/>
              <a:t>Theme – Software</a:t>
            </a:r>
          </a:p>
          <a:p>
            <a:r>
              <a:rPr sz="2400" b="1"/>
              <a:t>PS Category – Software</a:t>
            </a:r>
          </a:p>
          <a:p>
            <a:r>
              <a:rPr sz="2400" b="1"/>
              <a:t>Team ID – 57893</a:t>
            </a:r>
          </a:p>
          <a:p>
            <a:r>
              <a:rPr sz="2400" b="1"/>
              <a:t>Team Name – Zillion MindsSashakt (Registered on portal)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METROLOGYAI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sz="3200" b="1"/>
              <a:t>Proposed Solution — AI-Assisted Legal Metrology Compliance Inspection System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</a:p>
          <a:p>
            <a:pPr marL="342900" indent="-342900" algn="just">
              <a:buFont typeface="Arial" panose="020B0604020202020204" pitchFamily="34" charset="0"/>
              <a:buChar char="•"/>
            </a:pPr>
          </a:p>
          <a:p>
            <a:pPr marL="342900" indent="-342900" algn="just">
              <a:buFont typeface="Arial" panose="020B0604020202020204" pitchFamily="34" charset="0"/>
              <a:buChar char="•"/>
            </a:pPr>
          </a:p>
          <a:p>
            <a:r>
              <a:rPr sz="2800" b="0"/>
              <a:t>MetrologyAI is a software system that assists inspectors in checking packaged commodity labels under the Legal Metrology (Packaged Commodities) Rules, 2011.</a:t>
            </a:r>
          </a:p>
          <a:p>
            <a:r>
              <a:rPr sz="2800" b="0"/>
              <a:t>The system uses product images, OCR, computer vision and a configurable compliance rule engine to automate label analysis — the inspector remains responsible for the final verification and decision.</a:t>
            </a:r>
          </a:p>
          <a:p>
            <a:r>
              <a:rPr sz="2800" b="0"/>
              <a:t>AI assists with: image analysis, text extraction, declaration identification, compliance validation, evidence generation, risk prioritization, cross-source comparison, inspection recommendations and digital reporting.</a:t>
            </a:r>
          </a:p>
          <a:p>
            <a:r>
              <a:rPr sz="2800" b="0"/>
              <a:t>Unique capabilities: Multi-View Intelligence (front, back, side, top, bottom), Missing ≠ Unreadable distinction, Adaptive Re-Capture, Evidence Chain linking, Cross-Source Verification and Human-in-the-Loop revalidation.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sz="2800" b="0"/>
              <a:t>Technologies used: React, TypeScript, Vite, Tailwind CSS (Frontend) • Convex Serverless Backend &amp; Database • Gemini AI Vision + OCR (AI/ML) • Recharts (Analytics)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</a:p>
          <a:p>
            <a:r>
              <a:rPr sz="2800" b="0"/>
              <a:t>Methodology: Multi-view product image capture → Image quality analysis (blur, glare, visibility) → OCR + AI vision text extraction → Structured declaration extraction (MRP, manufacturer, net quantity, consumer care, country of origin) → Compliance rule validation → Evidence engine linking findings to source → Risk prioritization → Inspector review → Digital report generation</a:t>
            </a:r>
          </a:p>
          <a:p>
            <a:r>
              <a:rPr sz="2800" b="0"/>
              <a:t>Implementation flow: Dashboard → New Inspection → Upload product images (multi-view) → AI analysis → Compliance results with evidence chains → Inspector corrections → Smart revalidation → Export report</a:t>
            </a:r>
          </a:p>
          <a:p>
            <a:r>
              <a:rPr sz="2800" b="0"/>
              <a:t>Architecture: Modular design separating AI extraction from regulatory rules, enabling independent updates to vision models and compliance rule sets without system-wide changes</a:t>
            </a:r>
          </a:p>
          <a:p>
            <a:r>
              <a:rPr sz="2800" b="0"/>
              <a:t>Deployment: Web-based application supporting desktop, tablet and mobile workflows for field inspection scenarios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2800" b="0"/>
              <a:t>Technology Feasibility: OCR, computer vision and AI vision models (Gemini) are technically mature and applicable to label inspection tasks with documented accuracy in scene-text recognition.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r>
              <a:rPr sz="2800" b="0"/>
              <a:t>Data Feasibility: Product-label images and structured declaration fields (MRP, manufacturer, net quantity) can be systematically collected for development, testing and continuous improvement.</a:t>
            </a:r>
          </a:p>
          <a:p>
            <a:r>
              <a:rPr sz="2800" b="0"/>
              <a:t>Architecture Feasibility: AI extraction and regulatory compliance rules are separated into modular components, allowing independent updates to vision models and rule definitions.</a:t>
            </a:r>
          </a:p>
          <a:p>
            <a:r>
              <a:rPr sz="2800" b="0"/>
              <a:t>Deployment Feasibility: A web-based system (React + Convex) supports desktop, tablet and mobile workflows required for field inspection scenarios.</a:t>
            </a:r>
          </a:p>
          <a:p>
            <a:r>
              <a:rPr sz="2800" b="0"/>
              <a:t>Scalability: New product categories, declaration types and rule sets can be added through configurable definitions without code changes to the core system.</a:t>
            </a:r>
          </a:p>
          <a:p>
            <a:r>
              <a:rPr sz="2800" b="0"/>
              <a:t>Challenges and Mitigations: AI misreading text → Confidence scoring + evidence + inspector correction • Blurry images → Image-quality detection + adaptive recapture • Declarations on other sides → Multi-view package analysis • Online information differs → Cross-source comparison • Regulations change → Version-controlled rule engine • False AI findings → Human-in-the-loop verification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2800" b="0"/>
              <a:t>Potential Impact on Target Audience: Faster inspection through automated label-reading and initial validation; consistent checking via systematic rule-based validation; better evidence through image-linked findings; reduced false positives by distinguishing missing from unreadable declarations; improved decision support with recommended next actions for inspectors.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</a:p>
          <a:p>
            <a:r>
              <a:rPr sz="2800" b="0"/>
              <a:t>Inspector and Operational Benefits: AI-assisted extraction reduces repetitive manual work; evidence-based findings provide traceable inspection records; risk prioritization focuses inspector attention on high-priority violations; digital reports replace manual documentation; human-in-the-loop ensures inspector retains final authority.</a:t>
            </a:r>
          </a:p>
          <a:p>
            <a:r>
              <a:rPr sz="2800" b="0"/>
              <a:t>Economic and Strategic Benefits: Reduced manual effort in repetitive label verification; scalable workflow supporting larger inspection volumes; structured digital documentation for audit and compliance records; data-driven monitoring enabling analysis of recurring findings across inspections; future expansion to additional product categories and rule sets.</a:t>
            </a:r>
          </a:p>
          <a:p>
            <a:r>
              <a:rPr sz="2800" b="0"/>
              <a:t>Social Benefits: Improved consumer protection through more consistent compliance checking; enhanced transparency in inspection processes; support for Legal Metrology enforcement at scale; digital transformation of government inspection workflows.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2800" b="0"/>
              <a:t>Legal and Regulatory References: Legal Metrology Act, 2009 • Legal Metrology (Packaged Commodities) Rules, 2011 • Department of Consumer Affairs — Legal Metrology Division • Relevant official notifications and amendments under the Legal Metrology framework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r>
              <a:rPr sz="2800" b="0"/>
              <a:t>Research Areas: Computer Vision and OCR for scene-text recognition in natural environments • Multimodal AI for combined image and text understanding • Explainable AI for confidence scoring and evidence-based decision support • Human-AI Interaction for verified inspection workflows</a:t>
            </a:r>
          </a:p>
          <a:p>
            <a:r>
              <a:rPr sz="2800" b="0"/>
              <a:t>Technology References: React (UI library) • TypeScript (type-safe development) • Convex (serverless backend and database) • Tailwind CSS (styling) • Gemini AI Vision (image analysis and OCR) • Vite (build tool) • Recharts (analytics visualization)</a:t>
            </a:r>
          </a:p>
          <a:p>
            <a:r>
              <a:rPr sz="2800" b="0"/>
              <a:t>References: [ADD VERIFIED REFERENCE — Legal Metrology Act, 2009] • [ADD VERIFIED REFERENCE — Legal Metrology (Packaged Commodities) Rules, 2011] • [ADD VERIFIED REFERENCE — Department of Consumer Affairs, Government of India] • [ADD VERIFIED REFERENCE — Relevant court judgments or regulatory orders]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